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73758"/>
              </p:ext>
            </p:extLst>
          </p:nvPr>
        </p:nvGraphicFramePr>
        <p:xfrm>
          <a:off x="8193271" y="4898509"/>
          <a:ext cx="370205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Kona Sahasra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: K. Navya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:K. Bhavya Sri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Number:2420030068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           :2420030180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           :2420030181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237378"/>
              </p:ext>
            </p:extLst>
          </p:nvPr>
        </p:nvGraphicFramePr>
        <p:xfrm>
          <a:off x="538061" y="4774125"/>
          <a:ext cx="4568451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360171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SG" sz="1400" dirty="0"/>
                        <a:t>Assistant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655566" y="450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D04E1-06B5-9E20-580F-EA7612D80F47}"/>
              </a:ext>
            </a:extLst>
          </p:cNvPr>
          <p:cNvSpPr txBox="1"/>
          <p:nvPr/>
        </p:nvSpPr>
        <p:spPr>
          <a:xfrm>
            <a:off x="2312274" y="1789580"/>
            <a:ext cx="837674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Nowadays, data is collected from many different sources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applications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problem is that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these sources store data in different formats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of this, it becomes difficult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the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data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data effectively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project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Multi-Source Data Integration Pipeline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solves this problem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data from different sources into one system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822925" y="4598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1F7F821-882D-C62F-AA3F-D7EBFDB05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669" y="2001774"/>
            <a:ext cx="8734097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pipeline for collecting data from multiple sources.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integrate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from different sources into a single system.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cleaning and transformation techniques.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construct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common database with clean and integrated data.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remove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duplicate records and handle missing values.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quality and reduce manual work.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visualization, and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29838"/>
              </p:ext>
            </p:extLst>
          </p:nvPr>
        </p:nvGraphicFramePr>
        <p:xfrm>
          <a:off x="168166" y="689466"/>
          <a:ext cx="11749186" cy="548135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98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8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3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1923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3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Authors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Paper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1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SG" sz="1400" dirty="0"/>
                        <a:t>Marek Macura (2014)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Integration of Data from Heterogeneous Sources Using ETL Technology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Uses </a:t>
                      </a:r>
                      <a:r>
                        <a:rPr lang="en-US" sz="1400" b="1" dirty="0"/>
                        <a:t>ETL and wrapper layer</a:t>
                      </a:r>
                      <a:r>
                        <a:rPr lang="en-US" sz="1400" dirty="0"/>
                        <a:t> to integrate heterogeneous data sources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helps convert different source data into a common form for analysis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Handling heterogeneous sources and achieving uniform data remains challenging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400" dirty="0"/>
                        <a:t>Manel Souibgui et al. (2019)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Quality in ETL Process: A Preliminary Study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Focuses on </a:t>
                      </a:r>
                      <a:r>
                        <a:rPr lang="en-US" sz="1400" b="1" dirty="0"/>
                        <a:t>data quality checking during ETL</a:t>
                      </a:r>
                      <a:r>
                        <a:rPr lang="en-US" sz="1400" dirty="0"/>
                        <a:t> from internal and external sources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can handle heterogeneous data, but data-quality problems need to be tracked during the process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ETL can be </a:t>
                      </a:r>
                      <a:r>
                        <a:rPr lang="en-US" sz="1400" b="1" dirty="0"/>
                        <a:t>complex and time-consuming</a:t>
                      </a:r>
                      <a:r>
                        <a:rPr lang="en-US" sz="1400" dirty="0"/>
                        <a:t> when data has different quality problems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SG" sz="1400" dirty="0"/>
                        <a:t>Chen Ye et al. (2023)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/>
                        <a:t>Multi-Source Data Repairing: A Comprehensive Survey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Studies </a:t>
                      </a:r>
                      <a:r>
                        <a:rPr lang="en-US" sz="1400" b="1" dirty="0"/>
                        <a:t>duplicate detection, conflict resolution and inconsistency repair</a:t>
                      </a:r>
                      <a:r>
                        <a:rPr lang="en-US" sz="1400" dirty="0"/>
                        <a:t> in multi-source data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SG" sz="1400" dirty="0"/>
                        <a:t>Multi-source data can contain duplicate, conflicting and inconsistent information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research is needed for combined/complex data errors and multi-source data repair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12361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sv-SE" sz="1400" dirty="0"/>
                        <a:t>I Made Putrama &amp; Péter Martinek (2024)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Heterogeneous Data Integration: Challenges and Opportunities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Reviews different </a:t>
                      </a:r>
                      <a:r>
                        <a:rPr lang="en-US" sz="1400" b="1" dirty="0"/>
                        <a:t>heterogeneous data integration approaches</a:t>
                      </a:r>
                      <a:r>
                        <a:rPr lang="en-US" sz="1400" dirty="0"/>
                        <a:t>, including ETL, databases and semantic methods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Data integration is difficult because of different formats, structures and semantics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work is needed for </a:t>
                      </a:r>
                      <a:r>
                        <a:rPr lang="en-US" sz="1400" b="1" dirty="0"/>
                        <a:t>unstructured/semi-structured data and semantic integration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596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1DDF82-FB27-7AB9-64CF-5EE57D5E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434" y="1161372"/>
            <a:ext cx="8460828" cy="512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is coming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sources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Excel files, databases, websites, and online applications.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sources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formats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combining the data is difficult.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can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and duplicate records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reduces data quality.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and combining data manually takes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time and effort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approaches focus on different parts of data integration, but 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handles the complete process.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our project aims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collect, clean, transform, and integrate multi-source data into one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easy analysis.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735405" y="281976"/>
            <a:ext cx="84058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50650-36E5-45F9-1FB9-561EB0616555}"/>
              </a:ext>
            </a:extLst>
          </p:cNvPr>
          <p:cNvSpPr txBox="1"/>
          <p:nvPr/>
        </p:nvSpPr>
        <p:spPr>
          <a:xfrm>
            <a:off x="3164812" y="1225689"/>
            <a:ext cx="882749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data from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sources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one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data integration pipeline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collection to database.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data quality by handling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and duplicate records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pipeline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Collect → Clean → Transform → Integrate.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different source data into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format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Makes the integrated data easy to use for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and visualization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collection, cleaning, transformation, and integration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one workflow.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work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bringing the complete process into a single system.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one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and integrated database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analysis and decision-making.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186713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6A0EF3-9E12-994D-75DD-E93AB724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437" y="1062950"/>
            <a:ext cx="8475011" cy="53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5C21E-99A5-4030-1342-A13C08FB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20" y="252248"/>
            <a:ext cx="9284576" cy="618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3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670</Words>
  <Application>Microsoft Office PowerPoint</Application>
  <PresentationFormat>Widescreen</PresentationFormat>
  <Paragraphs>117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 bhavya</cp:lastModifiedBy>
  <cp:revision>33</cp:revision>
  <dcterms:created xsi:type="dcterms:W3CDTF">2026-08-08T06:33:56Z</dcterms:created>
  <dcterms:modified xsi:type="dcterms:W3CDTF">2026-09-10T06:03:05Z</dcterms:modified>
</cp:coreProperties>
</file>